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spc="800" kern="0" dirty="0">
                <a:solidFill>
                  <a:srgbClr val="E6394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IMAGE GALLERY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457200" y="21031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spc="20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APP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3200400" y="2834640"/>
            <a:ext cx="2743200" cy="36576"/>
          </a:xfrm>
          <a:prstGeom prst="rect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3017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AAAAAA"/>
                </a:solidFill>
              </a:rPr>
              <a:t>A React-based image gallery with API integration &amp; pagination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234440" y="3749040"/>
            <a:ext cx="1463040" cy="384048"/>
          </a:xfrm>
          <a:prstGeom prst="roundRect">
            <a:avLst>
              <a:gd name="adj" fmla="val 11905"/>
            </a:avLst>
          </a:prstGeom>
          <a:solidFill>
            <a:srgbClr val="1E1E1E"/>
          </a:solidFill>
          <a:ln w="19050">
            <a:solidFill>
              <a:srgbClr val="E6394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34440" y="3749040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D60A"/>
                </a:solidFill>
              </a:rPr>
              <a:t>React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971800" y="3749040"/>
            <a:ext cx="1463040" cy="384048"/>
          </a:xfrm>
          <a:prstGeom prst="roundRect">
            <a:avLst>
              <a:gd name="adj" fmla="val 11905"/>
            </a:avLst>
          </a:prstGeom>
          <a:solidFill>
            <a:srgbClr val="1E1E1E"/>
          </a:solidFill>
          <a:ln w="19050">
            <a:solidFill>
              <a:srgbClr val="E6394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71800" y="3749040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D60A"/>
                </a:solidFill>
              </a:rPr>
              <a:t>Axios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09160" y="3749040"/>
            <a:ext cx="1463040" cy="384048"/>
          </a:xfrm>
          <a:prstGeom prst="roundRect">
            <a:avLst>
              <a:gd name="adj" fmla="val 11905"/>
            </a:avLst>
          </a:prstGeom>
          <a:solidFill>
            <a:srgbClr val="1E1E1E"/>
          </a:solidFill>
          <a:ln w="19050">
            <a:solidFill>
              <a:srgbClr val="E6394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09160" y="3749040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D60A"/>
                </a:solidFill>
              </a:rPr>
              <a:t>Tailwind CSS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46520" y="3749040"/>
            <a:ext cx="1463040" cy="384048"/>
          </a:xfrm>
          <a:prstGeom prst="roundRect">
            <a:avLst>
              <a:gd name="adj" fmla="val 11905"/>
            </a:avLst>
          </a:prstGeom>
          <a:solidFill>
            <a:srgbClr val="1E1E1E"/>
          </a:solidFill>
          <a:ln w="19050">
            <a:solidFill>
              <a:srgbClr val="E6394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46520" y="3749040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D60A"/>
                </a:solidFill>
              </a:rPr>
              <a:t>Picsum API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0" y="5065776"/>
            <a:ext cx="9144000" cy="77724"/>
          </a:xfrm>
          <a:prstGeom prst="rect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</a:rPr>
              <a:t>My First API Project  •  Practice Build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spc="3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PROJECT OVERVIEW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749808"/>
            <a:ext cx="1097280" cy="36576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60120"/>
            <a:ext cx="8412480" cy="1097280"/>
          </a:xfrm>
          <a:prstGeom prst="rect">
            <a:avLst/>
          </a:prstGeom>
          <a:solidFill>
            <a:srgbClr val="141414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960120"/>
            <a:ext cx="64008" cy="109728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0058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3946"/>
                </a:solidFill>
              </a:rPr>
              <a:t>What is this project?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66928" y="1298448"/>
            <a:ext cx="8046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AAAAAA"/>
                </a:solidFill>
              </a:rPr>
              <a:t>Image Gallery App is a React web application that fetches real photos from the Picsum Photos API and displays them in a clean, responsive grid layout. Users can browse images, see the photographer's name, and navigate across multiple pages using Prev / Next buttons.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2648" y="2331720"/>
            <a:ext cx="2468880" cy="128016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2648" y="2331720"/>
            <a:ext cx="2468880" cy="4572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2648" y="251460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612648" y="3081528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Images Per Page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12648" y="3319272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AAAAAA"/>
                </a:solidFill>
              </a:rPr>
              <a:t>per API fetch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337560" y="2331720"/>
            <a:ext cx="2468880" cy="128016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37560" y="2331720"/>
            <a:ext cx="2468880" cy="45720"/>
          </a:xfrm>
          <a:prstGeom prst="rect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37560" y="251460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D6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∞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3337560" y="3081528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Pages Supported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337560" y="3319272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AAAAAA"/>
                </a:solidFill>
              </a:rPr>
              <a:t>dynamic pagination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062472" y="2331720"/>
            <a:ext cx="2468880" cy="128016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062472" y="2331720"/>
            <a:ext cx="2468880" cy="4572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62472" y="251460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Picsum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6062472" y="3081528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API Source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062472" y="3319272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AAAAAA"/>
                </a:solidFill>
              </a:rPr>
              <a:t>picsum.photos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65760" y="3840480"/>
            <a:ext cx="8412480" cy="822960"/>
          </a:xfrm>
          <a:prstGeom prst="rect">
            <a:avLst/>
          </a:prstGeom>
          <a:solidFill>
            <a:srgbClr val="0F0F0F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3950208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60A"/>
                </a:solidFill>
              </a:rPr>
              <a:t>🎯  Goal: 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417320" y="3950208"/>
            <a:ext cx="7132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</a:rPr>
              <a:t>Learn to fetch data from an external API using React hooks and display it in a responsive UI — my first time working with live API data.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0" y="5065776"/>
            <a:ext cx="9144000" cy="77724"/>
          </a:xfrm>
          <a:prstGeom prst="rect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spc="3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FEATURES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749808"/>
            <a:ext cx="914400" cy="36576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14400"/>
            <a:ext cx="3931920" cy="1005840"/>
          </a:xfrm>
          <a:prstGeom prst="rect">
            <a:avLst/>
          </a:prstGeom>
          <a:solidFill>
            <a:srgbClr val="1A1A1A"/>
          </a:solidFill>
          <a:ln w="12700">
            <a:solidFill>
              <a:srgbClr val="28282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914400"/>
            <a:ext cx="54864" cy="100584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1005840"/>
            <a:ext cx="3703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📡  Live API Integration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30352" y="1298448"/>
            <a:ext cx="36758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AAAAAA"/>
                </a:solidFill>
              </a:rPr>
              <a:t>Fetches real images from Picsum Photos API on every page load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846320" y="914400"/>
            <a:ext cx="3931920" cy="1005840"/>
          </a:xfrm>
          <a:prstGeom prst="rect">
            <a:avLst/>
          </a:prstGeom>
          <a:solidFill>
            <a:srgbClr val="1A1A1A"/>
          </a:solidFill>
          <a:ln w="12700">
            <a:solidFill>
              <a:srgbClr val="28282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46320" y="914400"/>
            <a:ext cx="54864" cy="1005840"/>
          </a:xfrm>
          <a:prstGeom prst="rect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10912" y="1005840"/>
            <a:ext cx="3703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📐  Responsive Grid Layout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10912" y="1298448"/>
            <a:ext cx="36758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AAAAAA"/>
                </a:solidFill>
              </a:rPr>
              <a:t>5-column grid that adapts cleanly across screen sizes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65760" y="2121408"/>
            <a:ext cx="3931920" cy="1005840"/>
          </a:xfrm>
          <a:prstGeom prst="rect">
            <a:avLst/>
          </a:prstGeom>
          <a:solidFill>
            <a:srgbClr val="1A1A1A"/>
          </a:solidFill>
          <a:ln w="12700">
            <a:solidFill>
              <a:srgbClr val="28282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121408"/>
            <a:ext cx="54864" cy="100584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0352" y="2212848"/>
            <a:ext cx="3703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👤  Author Attribution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30352" y="2505456"/>
            <a:ext cx="36758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AAAAAA"/>
                </a:solidFill>
              </a:rPr>
              <a:t>Each image card displays the photographer's name below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846320" y="2121408"/>
            <a:ext cx="3931920" cy="1005840"/>
          </a:xfrm>
          <a:prstGeom prst="rect">
            <a:avLst/>
          </a:prstGeom>
          <a:solidFill>
            <a:srgbClr val="1A1A1A"/>
          </a:solidFill>
          <a:ln w="12700">
            <a:solidFill>
              <a:srgbClr val="28282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846320" y="2121408"/>
            <a:ext cx="54864" cy="1005840"/>
          </a:xfrm>
          <a:prstGeom prst="rect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10912" y="2212848"/>
            <a:ext cx="3703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⏭️  Pagination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10912" y="2505456"/>
            <a:ext cx="36758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AAAAAA"/>
                </a:solidFill>
              </a:rPr>
              <a:t>Prev / Next buttons to browse through pages of images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65760" y="3328416"/>
            <a:ext cx="3931920" cy="1005840"/>
          </a:xfrm>
          <a:prstGeom prst="rect">
            <a:avLst/>
          </a:prstGeom>
          <a:solidFill>
            <a:srgbClr val="1A1A1A"/>
          </a:solidFill>
          <a:ln w="12700">
            <a:solidFill>
              <a:srgbClr val="28282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" y="3328416"/>
            <a:ext cx="54864" cy="100584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0352" y="3419856"/>
            <a:ext cx="3703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🖱️  Clickable Images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30352" y="3712464"/>
            <a:ext cx="36758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AAAAAA"/>
                </a:solidFill>
              </a:rPr>
              <a:t>Click any image to open the original at full resolution in a new tab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846320" y="3328416"/>
            <a:ext cx="3931920" cy="1005840"/>
          </a:xfrm>
          <a:prstGeom prst="rect">
            <a:avLst/>
          </a:prstGeom>
          <a:solidFill>
            <a:srgbClr val="1A1A1A"/>
          </a:solidFill>
          <a:ln w="12700">
            <a:solidFill>
              <a:srgbClr val="28282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846320" y="3328416"/>
            <a:ext cx="54864" cy="1005840"/>
          </a:xfrm>
          <a:prstGeom prst="rect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10912" y="3419856"/>
            <a:ext cx="3703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🎨  Modern Dark UI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010912" y="3712464"/>
            <a:ext cx="36758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AAAAAA"/>
                </a:solidFill>
              </a:rPr>
              <a:t>Clean black background design with yellow accent buttons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0" y="5065776"/>
            <a:ext cx="9144000" cy="77724"/>
          </a:xfrm>
          <a:prstGeom prst="rect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spc="3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TECH STACK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749808"/>
            <a:ext cx="822960" cy="36576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05840"/>
            <a:ext cx="8412480" cy="841248"/>
          </a:xfrm>
          <a:prstGeom prst="rect">
            <a:avLst/>
          </a:prstGeom>
          <a:solidFill>
            <a:srgbClr val="1A1A1A"/>
          </a:solidFill>
          <a:ln w="12700">
            <a:solidFill>
              <a:srgbClr val="25252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05840"/>
            <a:ext cx="54864" cy="841248"/>
          </a:xfrm>
          <a:prstGeom prst="rect">
            <a:avLst/>
          </a:prstGeom>
          <a:solidFill>
            <a:srgbClr val="61DAFB"/>
          </a:solidFill>
          <a:ln w="12700">
            <a:solidFill>
              <a:srgbClr val="61DAF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07899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⚛️  React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66928" y="1408176"/>
            <a:ext cx="1371600" cy="256032"/>
          </a:xfrm>
          <a:prstGeom prst="rect">
            <a:avLst/>
          </a:prstGeom>
          <a:solidFill>
            <a:srgbClr val="0F0F0F"/>
          </a:solidFill>
          <a:ln w="12700">
            <a:solidFill>
              <a:srgbClr val="61DAF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1408176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1DAFB"/>
                </a:solidFill>
              </a:rPr>
              <a:t>Core UI Library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286000" y="1078992"/>
            <a:ext cx="18288" cy="694944"/>
          </a:xfrm>
          <a:prstGeom prst="rect">
            <a:avLst/>
          </a:prstGeom>
          <a:solidFill>
            <a:srgbClr val="303030"/>
          </a:solidFill>
          <a:ln w="12700">
            <a:solidFill>
              <a:srgbClr val="30303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68880" y="1143000"/>
            <a:ext cx="6126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AAAAAA"/>
                </a:solidFill>
              </a:rPr>
              <a:t>useState &amp; useEffect hooks for state management and side effects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65760" y="1965960"/>
            <a:ext cx="8412480" cy="841248"/>
          </a:xfrm>
          <a:prstGeom prst="rect">
            <a:avLst/>
          </a:prstGeom>
          <a:solidFill>
            <a:srgbClr val="1A1A1A"/>
          </a:solidFill>
          <a:ln w="12700">
            <a:solidFill>
              <a:srgbClr val="25252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1965960"/>
            <a:ext cx="54864" cy="841248"/>
          </a:xfrm>
          <a:prstGeom prst="rect">
            <a:avLst/>
          </a:prstGeom>
          <a:solidFill>
            <a:srgbClr val="5A29E4"/>
          </a:solidFill>
          <a:ln w="12700">
            <a:solidFill>
              <a:srgbClr val="5A29E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203911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🔗  Axios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66928" y="2368296"/>
            <a:ext cx="1371600" cy="256032"/>
          </a:xfrm>
          <a:prstGeom prst="rect">
            <a:avLst/>
          </a:prstGeom>
          <a:solidFill>
            <a:srgbClr val="0F0F0F"/>
          </a:solidFill>
          <a:ln w="12700">
            <a:solidFill>
              <a:srgbClr val="5A29E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2368296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A29E4"/>
                </a:solidFill>
              </a:rPr>
              <a:t>HTTP Client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286000" y="2039112"/>
            <a:ext cx="18288" cy="694944"/>
          </a:xfrm>
          <a:prstGeom prst="rect">
            <a:avLst/>
          </a:prstGeom>
          <a:solidFill>
            <a:srgbClr val="303030"/>
          </a:solidFill>
          <a:ln w="12700">
            <a:solidFill>
              <a:srgbClr val="30303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468880" y="2103120"/>
            <a:ext cx="6126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AAAAAA"/>
                </a:solidFill>
              </a:rPr>
              <a:t>Makes API requests to Picsum Photos and handles the response data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65760" y="2926080"/>
            <a:ext cx="8412480" cy="841248"/>
          </a:xfrm>
          <a:prstGeom prst="rect">
            <a:avLst/>
          </a:prstGeom>
          <a:solidFill>
            <a:srgbClr val="1A1A1A"/>
          </a:solidFill>
          <a:ln w="12700">
            <a:solidFill>
              <a:srgbClr val="25252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2926080"/>
            <a:ext cx="54864" cy="84124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299923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🎨  Tailwind CSS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566928" y="3328416"/>
            <a:ext cx="1371600" cy="256032"/>
          </a:xfrm>
          <a:prstGeom prst="rect">
            <a:avLst/>
          </a:prstGeom>
          <a:solidFill>
            <a:srgbClr val="0F0F0F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6928" y="3328416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Styling Framework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286000" y="2999232"/>
            <a:ext cx="18288" cy="694944"/>
          </a:xfrm>
          <a:prstGeom prst="rect">
            <a:avLst/>
          </a:prstGeom>
          <a:solidFill>
            <a:srgbClr val="303030"/>
          </a:solidFill>
          <a:ln w="12700">
            <a:solidFill>
              <a:srgbClr val="30303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468880" y="3063240"/>
            <a:ext cx="6126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AAAAAA"/>
                </a:solidFill>
              </a:rPr>
              <a:t>Utility-first classes for grid layout, cards, buttons, and responsive design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365760" y="3886200"/>
            <a:ext cx="8412480" cy="841248"/>
          </a:xfrm>
          <a:prstGeom prst="rect">
            <a:avLst/>
          </a:prstGeom>
          <a:solidFill>
            <a:srgbClr val="1A1A1A"/>
          </a:solidFill>
          <a:ln w="12700">
            <a:solidFill>
              <a:srgbClr val="25252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65760" y="3886200"/>
            <a:ext cx="54864" cy="841248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66928" y="395935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🖼️  Picsum API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566928" y="4288536"/>
            <a:ext cx="1371600" cy="256032"/>
          </a:xfrm>
          <a:prstGeom prst="rect">
            <a:avLst/>
          </a:prstGeom>
          <a:solidFill>
            <a:srgbClr val="0F0F0F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66928" y="4288536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63946"/>
                </a:solidFill>
              </a:rPr>
              <a:t>Image Source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286000" y="3959352"/>
            <a:ext cx="18288" cy="694944"/>
          </a:xfrm>
          <a:prstGeom prst="rect">
            <a:avLst/>
          </a:prstGeom>
          <a:solidFill>
            <a:srgbClr val="303030"/>
          </a:solidFill>
          <a:ln w="12700">
            <a:solidFill>
              <a:srgbClr val="30303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468880" y="4023360"/>
            <a:ext cx="6126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AAAAAA"/>
                </a:solidFill>
              </a:rPr>
              <a:t>Free API providing beautiful random photos with author metadata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0" y="5065776"/>
            <a:ext cx="9144000" cy="77724"/>
          </a:xfrm>
          <a:prstGeom prst="rect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spc="3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IT WORKS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749808"/>
            <a:ext cx="914400" cy="36576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32688"/>
            <a:ext cx="3886200" cy="914400"/>
          </a:xfrm>
          <a:prstGeom prst="rect">
            <a:avLst/>
          </a:prstGeom>
          <a:solidFill>
            <a:srgbClr val="1A1A1A"/>
          </a:solidFill>
          <a:ln w="12700">
            <a:solidFill>
              <a:srgbClr val="25252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1115568"/>
            <a:ext cx="475488" cy="475488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11556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60704" y="10058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App Loads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60704" y="1261872"/>
            <a:ext cx="3108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AAAAAA"/>
                </a:solidFill>
              </a:rPr>
              <a:t>React component mounts, useState initializes page=1 and images=[]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299716" y="1847088"/>
            <a:ext cx="27432" cy="18288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92040" y="932688"/>
            <a:ext cx="3886200" cy="914400"/>
          </a:xfrm>
          <a:prstGeom prst="rect">
            <a:avLst/>
          </a:prstGeom>
          <a:solidFill>
            <a:srgbClr val="1A1A1A"/>
          </a:solidFill>
          <a:ln w="12700">
            <a:solidFill>
              <a:srgbClr val="25252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01768" y="1115568"/>
            <a:ext cx="475488" cy="475488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01768" y="111556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586984" y="10058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useEffect Fires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586984" y="1261872"/>
            <a:ext cx="3108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AAAAAA"/>
                </a:solidFill>
              </a:rPr>
              <a:t>Hook detects page change and triggers the Axios API call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825996" y="1847088"/>
            <a:ext cx="27432" cy="18288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2029968"/>
            <a:ext cx="3886200" cy="914400"/>
          </a:xfrm>
          <a:prstGeom prst="rect">
            <a:avLst/>
          </a:prstGeom>
          <a:solidFill>
            <a:srgbClr val="1A1A1A"/>
          </a:solidFill>
          <a:ln w="12700">
            <a:solidFill>
              <a:srgbClr val="25252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5488" y="2212848"/>
            <a:ext cx="475488" cy="475488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" y="221284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60704" y="210312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Axios Fetches Data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60704" y="2359152"/>
            <a:ext cx="3108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AAAAAA"/>
                </a:solidFill>
              </a:rPr>
              <a:t>GET request to https://picsum.photos/v2/list?page=N&amp;limit=10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299716" y="2944368"/>
            <a:ext cx="27432" cy="18288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92040" y="2029968"/>
            <a:ext cx="3886200" cy="914400"/>
          </a:xfrm>
          <a:prstGeom prst="rect">
            <a:avLst/>
          </a:prstGeom>
          <a:solidFill>
            <a:srgbClr val="1A1A1A"/>
          </a:solidFill>
          <a:ln w="12700">
            <a:solidFill>
              <a:srgbClr val="25252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001768" y="2212848"/>
            <a:ext cx="475488" cy="475488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01768" y="221284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04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586984" y="210312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State Updates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586984" y="2359152"/>
            <a:ext cx="3108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AAAAAA"/>
                </a:solidFill>
              </a:rPr>
              <a:t>API response stored in images state — React re-renders the grid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825996" y="2944368"/>
            <a:ext cx="27432" cy="18288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65760" y="3127248"/>
            <a:ext cx="3886200" cy="914400"/>
          </a:xfrm>
          <a:prstGeom prst="rect">
            <a:avLst/>
          </a:prstGeom>
          <a:solidFill>
            <a:srgbClr val="1A1A1A"/>
          </a:solidFill>
          <a:ln w="12700">
            <a:solidFill>
              <a:srgbClr val="25252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75488" y="3310128"/>
            <a:ext cx="475488" cy="475488"/>
          </a:xfrm>
          <a:prstGeom prst="rect">
            <a:avLst/>
          </a:prstGeom>
          <a:solidFill>
            <a:srgbClr val="550000"/>
          </a:solidFill>
          <a:ln w="12700">
            <a:solidFill>
              <a:srgbClr val="5500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" y="331012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05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060704" y="32004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Images Render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060704" y="3456432"/>
            <a:ext cx="3108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AAAAAA"/>
                </a:solidFill>
              </a:rPr>
              <a:t>Each image object mapped into a card with photo + author name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892040" y="3127248"/>
            <a:ext cx="3886200" cy="914400"/>
          </a:xfrm>
          <a:prstGeom prst="rect">
            <a:avLst/>
          </a:prstGeom>
          <a:solidFill>
            <a:srgbClr val="1A1A1A"/>
          </a:solidFill>
          <a:ln w="12700">
            <a:solidFill>
              <a:srgbClr val="25252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001768" y="3310128"/>
            <a:ext cx="475488" cy="475488"/>
          </a:xfrm>
          <a:prstGeom prst="rect">
            <a:avLst/>
          </a:prstGeom>
          <a:solidFill>
            <a:srgbClr val="550000"/>
          </a:solidFill>
          <a:ln w="12700">
            <a:solidFill>
              <a:srgbClr val="5500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01768" y="331012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06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586984" y="32004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User Navigates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586984" y="3456432"/>
            <a:ext cx="3108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AAAAAA"/>
                </a:solidFill>
              </a:rPr>
              <a:t>Prev/Next button click updates page number → useEffect re-fires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0" y="5065776"/>
            <a:ext cx="9144000" cy="77724"/>
          </a:xfrm>
          <a:prstGeom prst="rect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spc="3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UI PREVIEW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749808"/>
            <a:ext cx="731520" cy="36576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14400"/>
            <a:ext cx="8412480" cy="3931920"/>
          </a:xfrm>
          <a:prstGeom prst="rect">
            <a:avLst/>
          </a:prstGeom>
          <a:solidFill>
            <a:srgbClr val="111111"/>
          </a:solidFill>
          <a:ln w="1905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914400"/>
            <a:ext cx="8412480" cy="292608"/>
          </a:xfrm>
          <a:prstGeom prst="rect">
            <a:avLst/>
          </a:prstGeom>
          <a:solidFill>
            <a:srgbClr val="2222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996696"/>
            <a:ext cx="137160" cy="13716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04672" y="996696"/>
            <a:ext cx="137160" cy="137160"/>
          </a:xfrm>
          <a:prstGeom prst="ellipse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60704" y="996696"/>
            <a:ext cx="137160" cy="137160"/>
          </a:xfrm>
          <a:prstGeom prst="ellipse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463040" y="969264"/>
            <a:ext cx="4572000" cy="192024"/>
          </a:xfrm>
          <a:prstGeom prst="rect">
            <a:avLst/>
          </a:prstGeom>
          <a:solidFill>
            <a:srgbClr val="1A1A1A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63040" y="969264"/>
            <a:ext cx="457200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</a:rPr>
              <a:t>localhost:3000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65760" y="1261872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spc="500" kern="0" dirty="0">
                <a:solidFill>
                  <a:srgbClr val="E6394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IMAGE GALLERY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457200" y="1792224"/>
            <a:ext cx="1389888" cy="868680"/>
          </a:xfrm>
          <a:prstGeom prst="roundRect">
            <a:avLst>
              <a:gd name="adj" fmla="val 6316"/>
            </a:avLst>
          </a:prstGeom>
          <a:solidFill>
            <a:srgbClr val="555555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679192"/>
            <a:ext cx="138988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Ryan M.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1920240" y="1792224"/>
            <a:ext cx="1389888" cy="868680"/>
          </a:xfrm>
          <a:prstGeom prst="roundRect">
            <a:avLst>
              <a:gd name="adj" fmla="val 6316"/>
            </a:avLst>
          </a:prstGeom>
          <a:solidFill>
            <a:srgbClr val="6A5A3A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920240" y="2679192"/>
            <a:ext cx="138988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Nithya R.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3383280" y="1792224"/>
            <a:ext cx="1389888" cy="868680"/>
          </a:xfrm>
          <a:prstGeom prst="roundRect">
            <a:avLst>
              <a:gd name="adj" fmla="val 6316"/>
            </a:avLst>
          </a:prstGeom>
          <a:solidFill>
            <a:srgbClr val="3A5A4A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83280" y="2679192"/>
            <a:ext cx="138988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Luke C.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4846320" y="1792224"/>
            <a:ext cx="1389888" cy="868680"/>
          </a:xfrm>
          <a:prstGeom prst="roundRect">
            <a:avLst>
              <a:gd name="adj" fmla="val 6316"/>
            </a:avLst>
          </a:prstGeom>
          <a:solidFill>
            <a:srgbClr val="2A3A5A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2679192"/>
            <a:ext cx="138988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Oleg C.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6309360" y="1792224"/>
            <a:ext cx="1389888" cy="868680"/>
          </a:xfrm>
          <a:prstGeom prst="roundRect">
            <a:avLst>
              <a:gd name="adj" fmla="val 6316"/>
            </a:avLst>
          </a:prstGeom>
          <a:solidFill>
            <a:srgbClr val="4A4A4A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09360" y="2679192"/>
            <a:ext cx="138988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Christopher S.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457200" y="3026664"/>
            <a:ext cx="1389888" cy="868680"/>
          </a:xfrm>
          <a:prstGeom prst="roundRect">
            <a:avLst>
              <a:gd name="adj" fmla="val 6316"/>
            </a:avLst>
          </a:prstGeom>
          <a:solidFill>
            <a:srgbClr val="5A3A3A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3913632"/>
            <a:ext cx="138988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Alan H.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1920240" y="3026664"/>
            <a:ext cx="1389888" cy="868680"/>
          </a:xfrm>
          <a:prstGeom prst="roundRect">
            <a:avLst>
              <a:gd name="adj" fmla="val 6316"/>
            </a:avLst>
          </a:prstGeom>
          <a:solidFill>
            <a:srgbClr val="4A5A2A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920240" y="3913632"/>
            <a:ext cx="138988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Jeffrey K.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3383280" y="3026664"/>
            <a:ext cx="1389888" cy="868680"/>
          </a:xfrm>
          <a:prstGeom prst="roundRect">
            <a:avLst>
              <a:gd name="adj" fmla="val 6316"/>
            </a:avLst>
          </a:prstGeom>
          <a:solidFill>
            <a:srgbClr val="3A4A5A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83280" y="3913632"/>
            <a:ext cx="138988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Christopher S.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4846320" y="3026664"/>
            <a:ext cx="1389888" cy="868680"/>
          </a:xfrm>
          <a:prstGeom prst="roundRect">
            <a:avLst>
              <a:gd name="adj" fmla="val 6316"/>
            </a:avLst>
          </a:prstGeom>
          <a:solidFill>
            <a:srgbClr val="5A4A3A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46320" y="3913632"/>
            <a:ext cx="138988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Luke C.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6309360" y="3026664"/>
            <a:ext cx="1389888" cy="868680"/>
          </a:xfrm>
          <a:prstGeom prst="roundRect">
            <a:avLst>
              <a:gd name="adj" fmla="val 6316"/>
            </a:avLst>
          </a:prstGeom>
          <a:solidFill>
            <a:srgbClr val="3A5A5A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09360" y="3913632"/>
            <a:ext cx="138988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Margaret B.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3474720" y="4526280"/>
            <a:ext cx="685800" cy="246888"/>
          </a:xfrm>
          <a:prstGeom prst="rect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474720" y="4526280"/>
            <a:ext cx="685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</a:rPr>
              <a:t>Prev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233672" y="4526280"/>
            <a:ext cx="8229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Page 5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5129784" y="4526280"/>
            <a:ext cx="685800" cy="246888"/>
          </a:xfrm>
          <a:prstGeom prst="rect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129784" y="4526280"/>
            <a:ext cx="685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</a:rPr>
              <a:t>Next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0" y="5065776"/>
            <a:ext cx="9144000" cy="77724"/>
          </a:xfrm>
          <a:prstGeom prst="rect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spc="3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I LEARNED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749808"/>
            <a:ext cx="1097280" cy="36576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86868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AAAAA"/>
                </a:solidFill>
              </a:rPr>
              <a:t>This was my first time fetching data from a real API. Here's what I picked up: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298448"/>
            <a:ext cx="8412480" cy="640080"/>
          </a:xfrm>
          <a:prstGeom prst="rect">
            <a:avLst/>
          </a:prstGeom>
          <a:solidFill>
            <a:srgbClr val="1A1A1A"/>
          </a:solidFill>
          <a:ln w="12700">
            <a:solidFill>
              <a:srgbClr val="25252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298448"/>
            <a:ext cx="54864" cy="64008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40817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🪝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05840" y="1353312"/>
            <a:ext cx="7589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React Hooks (useState &amp; useEffect)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05840" y="1591056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AAAA"/>
                </a:solidFill>
              </a:rPr>
              <a:t>Understood how to manage state and trigger side effects when page number changes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2029968"/>
            <a:ext cx="8412480" cy="640080"/>
          </a:xfrm>
          <a:prstGeom prst="rect">
            <a:avLst/>
          </a:prstGeom>
          <a:solidFill>
            <a:srgbClr val="1A1A1A"/>
          </a:solidFill>
          <a:ln w="12700">
            <a:solidFill>
              <a:srgbClr val="25252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2029968"/>
            <a:ext cx="54864" cy="640080"/>
          </a:xfrm>
          <a:prstGeom prst="rect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13969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🔄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05840" y="2084832"/>
            <a:ext cx="7589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Async API Calls with Axios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05840" y="2322576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AAAA"/>
                </a:solidFill>
              </a:rPr>
              <a:t>Learned to make GET requests, handle the response, and update state with real data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65760" y="2761488"/>
            <a:ext cx="8412480" cy="640080"/>
          </a:xfrm>
          <a:prstGeom prst="rect">
            <a:avLst/>
          </a:prstGeom>
          <a:solidFill>
            <a:srgbClr val="1A1A1A"/>
          </a:solidFill>
          <a:ln w="12700">
            <a:solidFill>
              <a:srgbClr val="25252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2761488"/>
            <a:ext cx="54864" cy="64008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287121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📦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05840" y="2816352"/>
            <a:ext cx="7589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Component Structure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05840" y="3054096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AAAA"/>
                </a:solidFill>
              </a:rPr>
              <a:t>Broke the app into reusable components: ImageCard, ImageGrid, and Pagination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65760" y="3493008"/>
            <a:ext cx="8412480" cy="640080"/>
          </a:xfrm>
          <a:prstGeom prst="rect">
            <a:avLst/>
          </a:prstGeom>
          <a:solidFill>
            <a:srgbClr val="1A1A1A"/>
          </a:solidFill>
          <a:ln w="12700">
            <a:solidFill>
              <a:srgbClr val="25252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" y="3493008"/>
            <a:ext cx="54864" cy="640080"/>
          </a:xfrm>
          <a:prstGeom prst="rect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360273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📖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005840" y="3547872"/>
            <a:ext cx="7589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Reading API Docs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05840" y="3785616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AAAA"/>
                </a:solidFill>
              </a:rPr>
              <a:t>Explored Picsum's documentation to understand query parameters like page and limit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65760" y="4224528"/>
            <a:ext cx="8412480" cy="640080"/>
          </a:xfrm>
          <a:prstGeom prst="rect">
            <a:avLst/>
          </a:prstGeom>
          <a:solidFill>
            <a:srgbClr val="1A1A1A"/>
          </a:solidFill>
          <a:ln w="12700">
            <a:solidFill>
              <a:srgbClr val="25252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65760" y="4224528"/>
            <a:ext cx="54864" cy="64008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433425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🧩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005840" y="4279392"/>
            <a:ext cx="7589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Conditional Rendering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005840" y="4517136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AAAA"/>
                </a:solidFill>
              </a:rPr>
              <a:t>Handled loading and empty states so the UI doesn't break while data is fetching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0" y="5065776"/>
            <a:ext cx="9144000" cy="77724"/>
          </a:xfrm>
          <a:prstGeom prst="rect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spc="3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FUTURE IMPROVEMENTS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749808"/>
            <a:ext cx="1463040" cy="36576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60120"/>
            <a:ext cx="3886200" cy="960120"/>
          </a:xfrm>
          <a:prstGeom prst="rect">
            <a:avLst/>
          </a:prstGeom>
          <a:solidFill>
            <a:srgbClr val="1A1A1A"/>
          </a:solidFill>
          <a:ln w="12700">
            <a:solidFill>
              <a:srgbClr val="25252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960120"/>
            <a:ext cx="3886200" cy="457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6984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💡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566160" y="1088136"/>
            <a:ext cx="594360" cy="219456"/>
          </a:xfrm>
          <a:prstGeom prst="rect">
            <a:avLst/>
          </a:prstGeom>
          <a:solidFill>
            <a:srgbClr val="0F0F0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66160" y="1088136"/>
            <a:ext cx="594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B82F6"/>
                </a:solidFill>
              </a:rPr>
              <a:t>UX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932688" y="105156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Lightbox Modal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32688" y="1344168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AAAAAA"/>
                </a:solidFill>
              </a:rPr>
              <a:t>View full-size images in an overlay instead of opening a new tab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892040" y="960120"/>
            <a:ext cx="3886200" cy="960120"/>
          </a:xfrm>
          <a:prstGeom prst="rect">
            <a:avLst/>
          </a:prstGeom>
          <a:solidFill>
            <a:srgbClr val="1A1A1A"/>
          </a:solidFill>
          <a:ln w="12700">
            <a:solidFill>
              <a:srgbClr val="25252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92040" y="960120"/>
            <a:ext cx="3886200" cy="4572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83480" y="106984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🔍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092440" y="1088136"/>
            <a:ext cx="594360" cy="219456"/>
          </a:xfrm>
          <a:prstGeom prst="rect">
            <a:avLst/>
          </a:prstGeom>
          <a:solidFill>
            <a:srgbClr val="0F0F0F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92440" y="1088136"/>
            <a:ext cx="594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63946"/>
                </a:solidFill>
              </a:rPr>
              <a:t>Feature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458968" y="105156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Search &amp; Filter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58968" y="1344168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AAAAAA"/>
                </a:solidFill>
              </a:rPr>
              <a:t>Allow users to search images by keyword or category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2084832"/>
            <a:ext cx="3886200" cy="960120"/>
          </a:xfrm>
          <a:prstGeom prst="rect">
            <a:avLst/>
          </a:prstGeom>
          <a:solidFill>
            <a:srgbClr val="1A1A1A"/>
          </a:solidFill>
          <a:ln w="12700">
            <a:solidFill>
              <a:srgbClr val="25252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2084832"/>
            <a:ext cx="3886200" cy="4572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21945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❤️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3566160" y="2212848"/>
            <a:ext cx="594360" cy="219456"/>
          </a:xfrm>
          <a:prstGeom prst="rect">
            <a:avLst/>
          </a:prstGeom>
          <a:solidFill>
            <a:srgbClr val="0F0F0F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66160" y="2212848"/>
            <a:ext cx="594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63946"/>
                </a:solidFill>
              </a:rPr>
              <a:t>Feature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932688" y="2176272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Favourites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32688" y="24688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AAAAAA"/>
                </a:solidFill>
              </a:rPr>
              <a:t>Let users save favourite images stored in localStorage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892040" y="2084832"/>
            <a:ext cx="3886200" cy="960120"/>
          </a:xfrm>
          <a:prstGeom prst="rect">
            <a:avLst/>
          </a:prstGeom>
          <a:solidFill>
            <a:srgbClr val="1A1A1A"/>
          </a:solidFill>
          <a:ln w="12700">
            <a:solidFill>
              <a:srgbClr val="25252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892040" y="2084832"/>
            <a:ext cx="3886200" cy="457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83480" y="21945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💀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8092440" y="2212848"/>
            <a:ext cx="594360" cy="219456"/>
          </a:xfrm>
          <a:prstGeom prst="rect">
            <a:avLst/>
          </a:prstGeom>
          <a:solidFill>
            <a:srgbClr val="0F0F0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092440" y="2212848"/>
            <a:ext cx="594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B82F6"/>
                </a:solidFill>
              </a:rPr>
              <a:t>UX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458968" y="2176272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Loading Skeleton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458968" y="24688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AAAAAA"/>
                </a:solidFill>
              </a:rPr>
              <a:t>Show placeholder cards while images are being fetched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65760" y="3209544"/>
            <a:ext cx="3886200" cy="960120"/>
          </a:xfrm>
          <a:prstGeom prst="rect">
            <a:avLst/>
          </a:prstGeom>
          <a:solidFill>
            <a:srgbClr val="1A1A1A"/>
          </a:solidFill>
          <a:ln w="12700">
            <a:solidFill>
              <a:srgbClr val="25252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65760" y="3209544"/>
            <a:ext cx="3886200" cy="457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331927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🌗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3566160" y="3337560"/>
            <a:ext cx="594360" cy="219456"/>
          </a:xfrm>
          <a:prstGeom prst="rect">
            <a:avLst/>
          </a:prstGeom>
          <a:solidFill>
            <a:srgbClr val="0F0F0F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566160" y="3337560"/>
            <a:ext cx="594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5CF6"/>
                </a:solidFill>
              </a:rPr>
              <a:t>Design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932688" y="3300984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Dark / Light Mode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932688" y="3593592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AAAAAA"/>
                </a:solidFill>
              </a:rPr>
              <a:t>Toggle button to switch between dark and light themes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892040" y="3209544"/>
            <a:ext cx="3886200" cy="960120"/>
          </a:xfrm>
          <a:prstGeom prst="rect">
            <a:avLst/>
          </a:prstGeom>
          <a:solidFill>
            <a:srgbClr val="1A1A1A"/>
          </a:solidFill>
          <a:ln w="12700">
            <a:solidFill>
              <a:srgbClr val="252525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892040" y="3209544"/>
            <a:ext cx="3886200" cy="4572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83480" y="331927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♾️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8092440" y="3337560"/>
            <a:ext cx="594360" cy="219456"/>
          </a:xfrm>
          <a:prstGeom prst="rect">
            <a:avLst/>
          </a:prstGeom>
          <a:solidFill>
            <a:srgbClr val="0F0F0F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092440" y="3337560"/>
            <a:ext cx="594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63946"/>
                </a:solidFill>
              </a:rPr>
              <a:t>Feature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5458968" y="3300984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Infinite Scroll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5458968" y="3593592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AAAAAA"/>
                </a:solidFill>
              </a:rPr>
              <a:t>Replace pagination with seamless scroll-to-load more images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0" y="5065776"/>
            <a:ext cx="9144000" cy="77724"/>
          </a:xfrm>
          <a:prstGeom prst="rect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0584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spc="10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4" name="Shape 2"/>
          <p:cNvSpPr/>
          <p:nvPr/>
        </p:nvSpPr>
        <p:spPr>
          <a:xfrm>
            <a:off x="2286000" y="2103120"/>
            <a:ext cx="4572000" cy="4572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286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AAAAAA"/>
                </a:solidFill>
              </a:rPr>
              <a:t>Built with ❤️  as my first API-powered React project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37744" y="2926080"/>
            <a:ext cx="1097280" cy="292608"/>
          </a:xfrm>
          <a:prstGeom prst="rect">
            <a:avLst/>
          </a:prstGeom>
          <a:solidFill>
            <a:srgbClr val="1A1A1A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37744" y="2926080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React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499616" y="2926080"/>
            <a:ext cx="1097280" cy="292608"/>
          </a:xfrm>
          <a:prstGeom prst="rect">
            <a:avLst/>
          </a:prstGeom>
          <a:solidFill>
            <a:srgbClr val="111111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99616" y="2926080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Axios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61488" y="2926080"/>
            <a:ext cx="1097280" cy="292608"/>
          </a:xfrm>
          <a:prstGeom prst="rect">
            <a:avLst/>
          </a:prstGeom>
          <a:solidFill>
            <a:srgbClr val="1A1A1A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61488" y="2926080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Tailwind CSS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023360" y="2926080"/>
            <a:ext cx="1097280" cy="292608"/>
          </a:xfrm>
          <a:prstGeom prst="rect">
            <a:avLst/>
          </a:prstGeom>
          <a:solidFill>
            <a:srgbClr val="111111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023360" y="2926080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Picsum API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285232" y="2926080"/>
            <a:ext cx="1097280" cy="292608"/>
          </a:xfrm>
          <a:prstGeom prst="rect">
            <a:avLst/>
          </a:prstGeom>
          <a:solidFill>
            <a:srgbClr val="1A1A1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85232" y="2926080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Pagination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547104" y="2926080"/>
            <a:ext cx="1097280" cy="292608"/>
          </a:xfrm>
          <a:prstGeom prst="rect">
            <a:avLst/>
          </a:prstGeom>
          <a:solidFill>
            <a:srgbClr val="111111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47104" y="2926080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useState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808976" y="2926080"/>
            <a:ext cx="1097280" cy="292608"/>
          </a:xfrm>
          <a:prstGeom prst="rect">
            <a:avLst/>
          </a:prstGeom>
          <a:solidFill>
            <a:srgbClr val="1A1A1A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808976" y="2926080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useEffect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57200" y="3429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44444"/>
                </a:solidFill>
              </a:rPr>
              <a:t>Image Gallery App  •  Practice Project  •  Open for GitHub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384048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}</a:t>
            </a:r>
            <a:endParaRPr lang="en-US" sz="7200" dirty="0"/>
          </a:p>
        </p:txBody>
      </p:sp>
      <p:sp>
        <p:nvSpPr>
          <p:cNvPr id="22" name="Shape 20"/>
          <p:cNvSpPr/>
          <p:nvPr/>
        </p:nvSpPr>
        <p:spPr>
          <a:xfrm>
            <a:off x="0" y="5065776"/>
            <a:ext cx="9144000" cy="77724"/>
          </a:xfrm>
          <a:prstGeom prst="rect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Image Gallery App</dc:title>
  <dc:subject>PptxGenJS Presentation</dc:subject>
  <dc:creator>PptxGenJS</dc:creator>
  <cp:lastModifiedBy>PptxGenJS</cp:lastModifiedBy>
  <cp:revision>1</cp:revision>
  <dcterms:created xsi:type="dcterms:W3CDTF">2026-04-19T12:22:45Z</dcterms:created>
  <dcterms:modified xsi:type="dcterms:W3CDTF">2026-04-19T12:22:45Z</dcterms:modified>
</cp:coreProperties>
</file>